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+₹12.0 (is owed)</a:t>
            </a:r>
          </a:p>
          <a:p>
            <a:r>
              <a:t>  ✅ Mike: +₹15.0 (is owed)</a:t>
            </a:r>
          </a:p>
          <a:p>
            <a:r>
              <a:t>  ❌ mike: -₹5.0 (owes)</a:t>
            </a:r>
          </a:p>
          <a:p>
            <a:r>
              <a:t>  ✅ Lucas: +₹2.5 (is owed)</a:t>
            </a:r>
          </a:p>
          <a:p>
            <a:r>
              <a:t>  ❌ D-tin: -₹5.0 (owes)</a:t>
            </a:r>
          </a:p>
          <a:p>
            <a:r>
              <a:t>  ✅ Eddie Munson: +₹2.5 (is owed)</a:t>
            </a:r>
          </a:p>
          <a:p>
            <a:r>
              <a:t>  ❌ eddie: -₹7.0 (owes)</a:t>
            </a:r>
          </a:p>
          <a:p>
            <a:r>
              <a:t>  ❌ mIKE: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mIKE pays Mike → ₹15.0</a:t>
            </a:r>
          </a:p>
          <a:p>
            <a:r>
              <a:t>  💸 eddie pays Dustin → ₹7.0</a:t>
            </a:r>
          </a:p>
          <a:p>
            <a:r>
              <a:t>  💸 mike pays Dustin → ₹5.0</a:t>
            </a:r>
          </a:p>
          <a:p>
            <a:r>
              <a:t>  💸 D-tin pays Lucas → ₹2.5</a:t>
            </a:r>
          </a:p>
          <a:p>
            <a:r>
              <a:t>  💸 D-tin pays Eddie Munson → ₹2.5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522540060a28110f518ea32995524666...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