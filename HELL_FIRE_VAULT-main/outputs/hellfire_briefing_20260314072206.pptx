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🔥 Hellfire Club Debt 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Debt Resolution Report</a:t>
            </a:r>
          </a:p>
          <a:p>
            <a:r>
              <a:t>Powered by Flask &amp; 3 AM Stress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Balances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 Balance Summary:</a:t>
            </a:r>
          </a:p>
          <a:p>
            <a:r>
              <a:t>  ❌ Mike: -₹10.5 (owes)</a:t>
            </a:r>
          </a:p>
          <a:p>
            <a:r>
              <a:t>  ✅ Dustin: +₹27.0 (is owed)</a:t>
            </a:r>
          </a:p>
          <a:p>
            <a:r>
              <a:t>  ✅ Lucas: +₹8.5 (is owed)</a:t>
            </a:r>
          </a:p>
          <a:p>
            <a:r>
              <a:t>  ✅ Will: +₹15.0 (is owed)</a:t>
            </a:r>
          </a:p>
          <a:p>
            <a:r>
              <a:t>  ➡️ Eddie: settled up</a:t>
            </a:r>
          </a:p>
          <a:p>
            <a:r>
              <a:t>  ❌ Max: -₹15.0 (owes)</a:t>
            </a:r>
          </a:p>
          <a:p>
            <a:r>
              <a:t>  ❌ Steve: -₹13.0 (owes)</a:t>
            </a:r>
          </a:p>
          <a:p>
            <a:r>
              <a:t>  ❌ Robin: -₹12.0 (owes)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Payment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Optimised to 5 transaction(s):</a:t>
            </a:r>
          </a:p>
          <a:p>
            <a:r>
              <a:t>  💸 Max pays Dustin → ₹15.0</a:t>
            </a:r>
          </a:p>
          <a:p>
            <a:r>
              <a:t>  💸 Steve pays Will → ₹13.0</a:t>
            </a:r>
          </a:p>
          <a:p>
            <a:r>
              <a:t>  💸 Robin pays Dustin → ₹12.0</a:t>
            </a:r>
          </a:p>
          <a:p>
            <a:r>
              <a:t>  💸 Mike pays Lucas → ₹8.5</a:t>
            </a:r>
          </a:p>
          <a:p>
            <a:r>
              <a:t>  💸 Mike pays Will → ₹2.0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Blockchain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Immutable Record Lock:</a:t>
            </a:r>
          </a:p>
          <a:p>
            <a:r>
              <a:t>  TX Hash: cb536a541aa95607989524132e213b68...</a:t>
            </a:r>
          </a:p>
          <a:p>
            <a:r>
              <a:t>  Status: ✅ Confirmed on HellChain™</a:t>
            </a:r>
          </a:p>
          <a:p>
            <a:r>
              <a:t>  Block: #420691337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📡 Secure LAN File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access from any device on the same network:</a:t>
            </a:r>
          </a:p>
          <a:p>
            <a:r>
              <a:t>  1. Connect all devices to same WiFi/hotspot</a:t>
            </a:r>
          </a:p>
          <a:p>
            <a:r>
              <a:t>  2. Open browser on any device</a:t>
            </a:r>
          </a:p>
          <a:p>
            <a:r>
              <a:t>  3. Go to  http://&lt;host-ip&gt;:5000</a:t>
            </a:r>
          </a:p>
          <a:p>
            <a:r>
              <a:t>  4. Upload CSV → Download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