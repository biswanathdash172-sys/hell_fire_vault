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🔥 Hellfire Club Debt Vault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Debt Resolution Report</a:t>
            </a:r>
          </a:p>
          <a:p>
            <a:r>
              <a:t>Powered by Flask &amp; 3 AM Stress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Balances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 Balance Summary:</a:t>
            </a:r>
          </a:p>
          <a:p>
            <a:r>
              <a:t>  ✅ Dustin: +₹32.5 (is owed)</a:t>
            </a:r>
          </a:p>
          <a:p>
            <a:r>
              <a:t>  ✅ Mike: +₹0.5 (is owed)</a:t>
            </a:r>
          </a:p>
          <a:p>
            <a:r>
              <a:t>  ✅ Lucas: +₹10.0 (is owed)</a:t>
            </a:r>
          </a:p>
          <a:p>
            <a:r>
              <a:t>  ✅ Will: +₹3.0 (is owed)</a:t>
            </a:r>
          </a:p>
          <a:p>
            <a:r>
              <a:t>  ✅ Max: +₹4.0 (is owed)</a:t>
            </a:r>
          </a:p>
          <a:p>
            <a:r>
              <a:t>  ❌ Steve: -₹25.0 (owes)</a:t>
            </a:r>
          </a:p>
          <a:p>
            <a:r>
              <a:t>  ❌ Robin: -₹10.0 (owes)</a:t>
            </a:r>
          </a:p>
          <a:p>
            <a:r>
              <a:t>  ❌ Nancy: -₹15.0 (owes)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Payment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Optimised to 7 transaction(s):</a:t>
            </a:r>
          </a:p>
          <a:p>
            <a:r>
              <a:t>  💸 Steve pays Dustin → ₹25.0</a:t>
            </a:r>
          </a:p>
          <a:p>
            <a:r>
              <a:t>  💸 Nancy pays Lucas → ₹10.0</a:t>
            </a:r>
          </a:p>
          <a:p>
            <a:r>
              <a:t>  💸 Robin pays Dustin → ₹7.5</a:t>
            </a:r>
          </a:p>
          <a:p>
            <a:r>
              <a:t>  💸 Nancy pays Max → ₹4.0</a:t>
            </a:r>
          </a:p>
          <a:p>
            <a:r>
              <a:t>  💸 Robin pays Will → ₹2.5</a:t>
            </a:r>
          </a:p>
          <a:p>
            <a:r>
              <a:t>  💸 Nancy pays Will → ₹0.5</a:t>
            </a:r>
          </a:p>
          <a:p>
            <a:r>
              <a:t>  💸 Nancy pays Mike → ₹0.5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🔐 Blockchain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Immutable Record Lock:</a:t>
            </a:r>
          </a:p>
          <a:p>
            <a:r>
              <a:t>  TX Hash: fd0af1cb9725812359dca9fd1799c68d...</a:t>
            </a:r>
          </a:p>
          <a:p>
            <a:r>
              <a:t>  Status: ✅ Confirmed on HellChain™</a:t>
            </a:r>
          </a:p>
          <a:p>
            <a:r>
              <a:t>  Block: #420691337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📡 Secure LAN File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access from any device on the same network:</a:t>
            </a:r>
          </a:p>
          <a:p>
            <a:r>
              <a:t>  1. Connect all devices to same WiFi/hotspot</a:t>
            </a:r>
          </a:p>
          <a:p>
            <a:r>
              <a:t>  2. Open browser on any device</a:t>
            </a:r>
          </a:p>
          <a:p>
            <a:r>
              <a:t>  3. Go to  http://&lt;host-ip&gt;:5000</a:t>
            </a:r>
          </a:p>
          <a:p>
            <a:r>
              <a:t>  4. Upload CSV → Download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