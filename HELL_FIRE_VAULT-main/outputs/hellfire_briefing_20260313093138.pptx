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🔥 Hellfire Club Debt Vault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Debt Resolution Report</a:t>
            </a:r>
          </a:p>
          <a:p>
            <a:r>
              <a:t>Powered by Flask &amp; 3 AM Stress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Balances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 Balance Summary:</a:t>
            </a:r>
          </a:p>
          <a:p>
            <a:r>
              <a:t>  ✅ Dustin: +₹12.0 (is owed)</a:t>
            </a:r>
          </a:p>
          <a:p>
            <a:r>
              <a:t>  ✅ Mike: +₹15.0 (is owed)</a:t>
            </a:r>
          </a:p>
          <a:p>
            <a:r>
              <a:t>  ❌ mike: -₹5.0 (owes)</a:t>
            </a:r>
          </a:p>
          <a:p>
            <a:r>
              <a:t>  ✅ Lucas: +₹2.5 (is owed)</a:t>
            </a:r>
          </a:p>
          <a:p>
            <a:r>
              <a:t>  ❌ D-tin: -₹5.0 (owes)</a:t>
            </a:r>
          </a:p>
          <a:p>
            <a:r>
              <a:t>  ✅ Eddie Munson: +₹2.5 (is owed)</a:t>
            </a:r>
          </a:p>
          <a:p>
            <a:r>
              <a:t>  ❌ eddie: -₹7.0 (owes)</a:t>
            </a:r>
          </a:p>
          <a:p>
            <a:r>
              <a:t>  ❌ mIKE: -₹15.0 (owes)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Minimal Payment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Optimised to 5 transaction(s):</a:t>
            </a:r>
          </a:p>
          <a:p>
            <a:r>
              <a:t>  💸 mIKE pays Mike → ₹15.0</a:t>
            </a:r>
          </a:p>
          <a:p>
            <a:r>
              <a:t>  💸 eddie pays Dustin → ₹7.0</a:t>
            </a:r>
          </a:p>
          <a:p>
            <a:r>
              <a:t>  💸 mike pays Dustin → ₹5.0</a:t>
            </a:r>
          </a:p>
          <a:p>
            <a:r>
              <a:t>  💸 D-tin pays Lucas → ₹2.5</a:t>
            </a:r>
          </a:p>
          <a:p>
            <a:r>
              <a:t>  💸 D-tin pays Eddie Munson → ₹2.5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🔐 Blockchain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Immutable Record Lock:</a:t>
            </a:r>
          </a:p>
          <a:p>
            <a:r>
              <a:t>  TX Hash: 214087ba5f42f02e0f538f5440b6a384...</a:t>
            </a:r>
          </a:p>
          <a:p>
            <a:r>
              <a:t>  Status: ✅ Confirmed on HellChain™</a:t>
            </a:r>
          </a:p>
          <a:p>
            <a:r>
              <a:t>  Block: #420691337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📡 Secure LAN File Exchange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access from any device on the same network:</a:t>
            </a:r>
          </a:p>
          <a:p>
            <a:r>
              <a:t>  1. Connect all devices to same WiFi/hotspot</a:t>
            </a:r>
          </a:p>
          <a:p>
            <a:r>
              <a:t>  2. Open browser on any device</a:t>
            </a:r>
          </a:p>
          <a:p>
            <a:r>
              <a:t>  3. Go to  http://&lt;host-ip&gt;:5000</a:t>
            </a:r>
          </a:p>
          <a:p>
            <a:r>
              <a:t>  4. Upload CSV → Download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