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8ab8b895ff1f863b5bfb4f45114e2ee6...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