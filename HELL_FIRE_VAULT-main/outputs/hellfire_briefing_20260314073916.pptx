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❌ Mike: -₹10.5 (owes)</a:t>
            </a:r>
          </a:p>
          <a:p>
            <a:r>
              <a:t>  ✅ Dustin: +₹27.0 (is owed)</a:t>
            </a:r>
          </a:p>
          <a:p>
            <a:r>
              <a:t>  ✅ Lucas: +₹8.5 (is owed)</a:t>
            </a:r>
          </a:p>
          <a:p>
            <a:r>
              <a:t>  ✅ Will: +₹15.0 (is owed)</a:t>
            </a:r>
          </a:p>
          <a:p>
            <a:r>
              <a:t>  ➡️ Eddie: settled up</a:t>
            </a:r>
          </a:p>
          <a:p>
            <a:r>
              <a:t>  ❌ Max: -₹15.0 (owes)</a:t>
            </a:r>
          </a:p>
          <a:p>
            <a:r>
              <a:t>  ❌ Steve: -₹13.0 (owes)</a:t>
            </a:r>
          </a:p>
          <a:p>
            <a:r>
              <a:t>  ❌ Robin: -₹12.0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Max pays Dustin → ₹15.0</a:t>
            </a:r>
          </a:p>
          <a:p>
            <a:r>
              <a:t>  💸 Steve pays Will → ₹13.0</a:t>
            </a:r>
          </a:p>
          <a:p>
            <a:r>
              <a:t>  💸 Robin pays Dustin → ₹12.0</a:t>
            </a:r>
          </a:p>
          <a:p>
            <a:r>
              <a:t>  💸 Mike pays Lucas → ₹8.5</a:t>
            </a:r>
          </a:p>
          <a:p>
            <a:r>
              <a:t>  💸 Mike pays Will → ₹2.0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579aa61d4bb7b222d0a063aabca4b3b9...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