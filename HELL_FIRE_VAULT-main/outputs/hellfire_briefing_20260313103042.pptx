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✅ Dustin: +₹32.5 (is owed)</a:t>
            </a:r>
          </a:p>
          <a:p>
            <a:r>
              <a:t>  ✅ Mike: +₹0.5 (is owed)</a:t>
            </a:r>
          </a:p>
          <a:p>
            <a:r>
              <a:t>  ✅ Lucas: +₹10.0 (is owed)</a:t>
            </a:r>
          </a:p>
          <a:p>
            <a:r>
              <a:t>  ✅ Will: +₹3.0 (is owed)</a:t>
            </a:r>
          </a:p>
          <a:p>
            <a:r>
              <a:t>  ✅ Max: +₹4.0 (is owed)</a:t>
            </a:r>
          </a:p>
          <a:p>
            <a:r>
              <a:t>  ❌ Steve: -₹25.0 (owes)</a:t>
            </a:r>
          </a:p>
          <a:p>
            <a:r>
              <a:t>  ❌ Robin: -₹10.0 (owes)</a:t>
            </a:r>
          </a:p>
          <a:p>
            <a:r>
              <a:t>  ❌ Nancy: -₹15.0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7 transaction(s):</a:t>
            </a:r>
          </a:p>
          <a:p>
            <a:r>
              <a:t>  💸 Steve pays Dustin → ₹25.0</a:t>
            </a:r>
          </a:p>
          <a:p>
            <a:r>
              <a:t>  💸 Nancy pays Lucas → ₹10.0</a:t>
            </a:r>
          </a:p>
          <a:p>
            <a:r>
              <a:t>  💸 Robin pays Dustin → ₹7.5</a:t>
            </a:r>
          </a:p>
          <a:p>
            <a:r>
              <a:t>  💸 Nancy pays Max → ₹4.0</a:t>
            </a:r>
          </a:p>
          <a:p>
            <a:r>
              <a:t>  💸 Robin pays Will → ₹2.5</a:t>
            </a:r>
          </a:p>
          <a:p>
            <a:r>
              <a:t>  💸 Nancy pays Will → ₹0.5</a:t>
            </a:r>
          </a:p>
          <a:p>
            <a:r>
              <a:t>  💸 Nancy pays Mike → ₹0.5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75130f9218a2e7825d3c5246e854c2d0...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