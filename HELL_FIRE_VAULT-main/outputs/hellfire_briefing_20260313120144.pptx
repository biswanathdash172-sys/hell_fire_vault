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72fc6b15cf36a4150cef559552164b68...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