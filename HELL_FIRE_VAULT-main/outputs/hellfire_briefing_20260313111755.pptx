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23a055ac1c7d027aeeb20acd22b0cd8c...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