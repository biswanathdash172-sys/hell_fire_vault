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18b524a66bbf391ec5fa288ce6c6ff56...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