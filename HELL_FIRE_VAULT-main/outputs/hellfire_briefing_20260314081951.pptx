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e7682e2f3a579bbd83e74ee1f1040edf...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